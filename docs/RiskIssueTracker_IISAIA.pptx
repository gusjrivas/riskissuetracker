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u2f2wqtrafBuJWSAhRII9/xdx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57200" y="1188720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&amp; Issue Tracker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457200" y="233172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Gestión de riesgos y problemas por proyecto/cliente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457199" y="2880360"/>
            <a:ext cx="5995481" cy="919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Introducción a la Ingeniería de Software asistida por 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Profesor: Enzo Pacilio Irrazabal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Alumnos: Gustavo Rivas – Rodolfo Di Chiazza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57200" y="3886200"/>
            <a:ext cx="1289304" cy="310896"/>
          </a:xfrm>
          <a:prstGeom prst="roundRect">
            <a:avLst>
              <a:gd fmla="val 17647" name="adj"/>
            </a:avLst>
          </a:prstGeom>
          <a:solidFill>
            <a:srgbClr val="3B82F6">
              <a:alpha val="80000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3886200"/>
            <a:ext cx="1289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Riesgos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856232" y="3886200"/>
            <a:ext cx="1527048" cy="310896"/>
          </a:xfrm>
          <a:prstGeom prst="roundRect">
            <a:avLst>
              <a:gd fmla="val 17647" name="adj"/>
            </a:avLst>
          </a:prstGeom>
          <a:solidFill>
            <a:srgbClr val="EF4444">
              <a:alpha val="8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856232" y="3886200"/>
            <a:ext cx="1527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493008" y="3886200"/>
            <a:ext cx="1527048" cy="310896"/>
          </a:xfrm>
          <a:prstGeom prst="roundRect">
            <a:avLst>
              <a:gd fmla="val 17647" name="adj"/>
            </a:avLst>
          </a:prstGeom>
          <a:solidFill>
            <a:srgbClr val="F59E0B">
              <a:alpha val="8000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493008" y="3886200"/>
            <a:ext cx="1527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Severidad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129784" y="3886200"/>
            <a:ext cx="1883664" cy="310896"/>
          </a:xfrm>
          <a:prstGeom prst="roundRect">
            <a:avLst>
              <a:gd fmla="val 17647" name="adj"/>
            </a:avLst>
          </a:prstGeom>
          <a:solidFill>
            <a:srgbClr val="0D9488">
              <a:alpha val="80000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129784" y="3886200"/>
            <a:ext cx="18836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 record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675120" y="777240"/>
            <a:ext cx="2011680" cy="2011680"/>
          </a:xfrm>
          <a:prstGeom prst="ellipse">
            <a:avLst/>
          </a:prstGeom>
          <a:solidFill>
            <a:srgbClr val="3B82F6">
              <a:alpha val="12156"/>
            </a:srgbClr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" name="Google Shape;2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5472" y="1207008"/>
            <a:ext cx="950976" cy="95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Funcionalidades principales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046720" y="0"/>
            <a:ext cx="731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74320" y="960120"/>
            <a:ext cx="416052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74320" y="960120"/>
            <a:ext cx="64008" cy="10515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38912" y="1216152"/>
            <a:ext cx="530352" cy="530352"/>
          </a:xfrm>
          <a:prstGeom prst="ellipse">
            <a:avLst/>
          </a:prstGeom>
          <a:solidFill>
            <a:srgbClr val="3B82F6">
              <a:alpha val="18039"/>
            </a:srgbClr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13441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1078992" y="1097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Registro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78992" y="139903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Alta de riesgos y problemas por proyecto/cliente con descripción, tipo y owner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709160" y="960120"/>
            <a:ext cx="416052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709160" y="960120"/>
            <a:ext cx="64008" cy="10515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73752" y="1216152"/>
            <a:ext cx="530352" cy="530352"/>
          </a:xfrm>
          <a:prstGeom prst="ellipse">
            <a:avLst/>
          </a:prstGeom>
          <a:solidFill>
            <a:srgbClr val="F59E0B">
              <a:alpha val="18039"/>
            </a:srgbClr>
          </a:solidFill>
          <a:ln cap="flat" cmpd="sng" w="12700">
            <a:solidFill>
              <a:srgbClr val="F59E0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1768" y="13441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5513832" y="1097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Clasificación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513832" y="139903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Probabilidad, impacto, urgencia y alcance para categorizar cada ítem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74320" y="2221992"/>
            <a:ext cx="416052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74320" y="2221992"/>
            <a:ext cx="64008" cy="105156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38912" y="2478024"/>
            <a:ext cx="530352" cy="530352"/>
          </a:xfrm>
          <a:prstGeom prst="ellipse">
            <a:avLst/>
          </a:prstGeom>
          <a:solidFill>
            <a:srgbClr val="EF4444">
              <a:alpha val="18039"/>
            </a:srgbClr>
          </a:solidFill>
          <a:ln cap="flat" cmpd="sng" w="12700">
            <a:solidFill>
              <a:srgbClr val="EF444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928" y="26060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1078992" y="23591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Severidad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078992" y="2660904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Cálculo automático: bajo / medio / alto / crítico según los parámetros ingresados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709160" y="2221992"/>
            <a:ext cx="416052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709160" y="2221992"/>
            <a:ext cx="64008" cy="1051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873752" y="2478024"/>
            <a:ext cx="530352" cy="530352"/>
          </a:xfrm>
          <a:prstGeom prst="ellipse">
            <a:avLst/>
          </a:prstGeom>
          <a:solidFill>
            <a:srgbClr val="0D9488">
              <a:alpha val="18039"/>
            </a:srgbClr>
          </a:solidFill>
          <a:ln cap="flat" cmpd="sng" w="12700">
            <a:solidFill>
              <a:srgbClr val="0D94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01768" y="26060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5513832" y="23591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513832" y="2660904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Responsable asignado por cada riesgo o problema dentro del proyecto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274320" y="3483864"/>
            <a:ext cx="416052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274320" y="3483864"/>
            <a:ext cx="64008" cy="105156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38912" y="3739896"/>
            <a:ext cx="530352" cy="530352"/>
          </a:xfrm>
          <a:prstGeom prst="ellipse">
            <a:avLst/>
          </a:prstGeom>
          <a:solidFill>
            <a:srgbClr val="8B5CF6">
              <a:alpha val="18039"/>
            </a:srgbClr>
          </a:solidFill>
          <a:ln cap="flat" cmpd="sng" w="12700">
            <a:solidFill>
              <a:srgbClr val="8B5C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6928" y="38679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/>
          <p:nvPr/>
        </p:nvSpPr>
        <p:spPr>
          <a:xfrm>
            <a:off x="1078992" y="362102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Mitigación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078992" y="3922776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Plan con accionables, fechas y estados de seguimiento vinculados al riesgo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709160" y="3483864"/>
            <a:ext cx="416052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709160" y="3483864"/>
            <a:ext cx="64008" cy="1051560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873752" y="3739896"/>
            <a:ext cx="530352" cy="530352"/>
          </a:xfrm>
          <a:prstGeom prst="ellipse">
            <a:avLst/>
          </a:prstGeom>
          <a:solidFill>
            <a:srgbClr val="334155">
              <a:alpha val="18039"/>
            </a:srgbClr>
          </a:solidFill>
          <a:ln cap="flat" cmpd="sng" w="12700">
            <a:solidFill>
              <a:srgbClr val="33415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" name="Google Shape;67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01768" y="38679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/>
          <p:nvPr/>
        </p:nvSpPr>
        <p:spPr>
          <a:xfrm>
            <a:off x="5513832" y="362102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Track record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5513832" y="3922776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Historial completo de transiciones, decisiones y derivaciones de cada ítem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Ciclo de vida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046720" y="0"/>
            <a:ext cx="731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65760" y="9601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RIESGO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65760" y="1261872"/>
            <a:ext cx="1691640" cy="713232"/>
          </a:xfrm>
          <a:prstGeom prst="roundRect">
            <a:avLst>
              <a:gd fmla="val 10256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65760" y="1353312"/>
            <a:ext cx="1691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Abierto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65760" y="1664208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Registro del riesgo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3"/>
          <p:cNvCxnSpPr/>
          <p:nvPr/>
        </p:nvCxnSpPr>
        <p:spPr>
          <a:xfrm>
            <a:off x="2075688" y="1618488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3"/>
          <p:cNvSpPr/>
          <p:nvPr/>
        </p:nvSpPr>
        <p:spPr>
          <a:xfrm>
            <a:off x="2423160" y="149961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596896" y="1261872"/>
            <a:ext cx="1691640" cy="713232"/>
          </a:xfrm>
          <a:prstGeom prst="roundRect">
            <a:avLst>
              <a:gd fmla="val 10256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596896" y="1353312"/>
            <a:ext cx="1691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En curso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596896" y="1664208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Plan de mitigación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3"/>
          <p:cNvCxnSpPr/>
          <p:nvPr/>
        </p:nvCxnSpPr>
        <p:spPr>
          <a:xfrm>
            <a:off x="4306824" y="1618488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3"/>
          <p:cNvSpPr/>
          <p:nvPr/>
        </p:nvSpPr>
        <p:spPr>
          <a:xfrm>
            <a:off x="4654296" y="149961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828032" y="1261872"/>
            <a:ext cx="1691640" cy="713232"/>
          </a:xfrm>
          <a:prstGeom prst="roundRect">
            <a:avLst>
              <a:gd fmla="val 10256" name="adj"/>
            </a:avLst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828032" y="1353312"/>
            <a:ext cx="1691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5E5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Cerrado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828032" y="1664208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5E5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Riesgo mitigado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3"/>
          <p:cNvCxnSpPr/>
          <p:nvPr/>
        </p:nvCxnSpPr>
        <p:spPr>
          <a:xfrm>
            <a:off x="3447288" y="1993392"/>
            <a:ext cx="0" cy="347472"/>
          </a:xfrm>
          <a:prstGeom prst="straightConnector1">
            <a:avLst/>
          </a:prstGeom>
          <a:noFill/>
          <a:ln cap="flat" cmpd="sng" w="19050">
            <a:solidFill>
              <a:srgbClr val="EF444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3" name="Google Shape;93;p3"/>
          <p:cNvSpPr/>
          <p:nvPr/>
        </p:nvSpPr>
        <p:spPr>
          <a:xfrm>
            <a:off x="2608473" y="2358963"/>
            <a:ext cx="1926951" cy="201163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 No mitigado → deriva en problema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3"/>
          <p:cNvCxnSpPr/>
          <p:nvPr/>
        </p:nvCxnSpPr>
        <p:spPr>
          <a:xfrm>
            <a:off x="365760" y="2788920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3"/>
          <p:cNvSpPr/>
          <p:nvPr/>
        </p:nvSpPr>
        <p:spPr>
          <a:xfrm>
            <a:off x="365760" y="285292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331720" y="285292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puede originarse desde un riesgo o registrarse de forma independiente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65760" y="3182112"/>
            <a:ext cx="1691640" cy="713232"/>
          </a:xfrm>
          <a:prstGeom prst="roundRect">
            <a:avLst>
              <a:gd fmla="val 10256" name="adj"/>
            </a:avLst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65760" y="3273552"/>
            <a:ext cx="1691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Abierto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65760" y="3584448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Problema registrado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3"/>
          <p:cNvCxnSpPr/>
          <p:nvPr/>
        </p:nvCxnSpPr>
        <p:spPr>
          <a:xfrm>
            <a:off x="2075688" y="3538728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3"/>
          <p:cNvSpPr/>
          <p:nvPr/>
        </p:nvSpPr>
        <p:spPr>
          <a:xfrm>
            <a:off x="2423160" y="341985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596896" y="3182112"/>
            <a:ext cx="1691640" cy="713232"/>
          </a:xfrm>
          <a:prstGeom prst="roundRect">
            <a:avLst>
              <a:gd fmla="val 10256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596896" y="3273552"/>
            <a:ext cx="1691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En curso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2596896" y="3584448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Plan de acción activo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3"/>
          <p:cNvCxnSpPr/>
          <p:nvPr/>
        </p:nvCxnSpPr>
        <p:spPr>
          <a:xfrm>
            <a:off x="4306824" y="3538728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3"/>
          <p:cNvSpPr/>
          <p:nvPr/>
        </p:nvSpPr>
        <p:spPr>
          <a:xfrm>
            <a:off x="4654296" y="341985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828032" y="3182112"/>
            <a:ext cx="1691640" cy="713232"/>
          </a:xfrm>
          <a:prstGeom prst="roundRect">
            <a:avLst>
              <a:gd fmla="val 10256" name="adj"/>
            </a:avLst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828032" y="3273552"/>
            <a:ext cx="1691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5E5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Cerrado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828032" y="3584448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5E5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Problema resuelto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583680" y="1188720"/>
            <a:ext cx="2331720" cy="28346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5472" y="138988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6583680" y="184708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 record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675120" y="2249424"/>
            <a:ext cx="21488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Cada cambio registra: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fecha y hora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responsable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contexto del cambio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vínculo riesgo↔problema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365760" y="32004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técnico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8046720" y="32004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20040" y="1143000"/>
            <a:ext cx="2651760" cy="34747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20040" y="1143000"/>
            <a:ext cx="2651760" cy="7315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307592" y="1371600"/>
            <a:ext cx="676656" cy="676656"/>
          </a:xfrm>
          <a:prstGeom prst="ellipse">
            <a:avLst/>
          </a:prstGeom>
          <a:solidFill>
            <a:srgbClr val="3B82F6">
              <a:alpha val="18039"/>
            </a:srgbClr>
          </a:solidFill>
          <a:ln cap="flat" cmpd="sng" w="12700">
            <a:solidFill>
              <a:srgbClr val="3B82F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1328" y="154533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/>
          <p:nvPr/>
        </p:nvSpPr>
        <p:spPr>
          <a:xfrm>
            <a:off x="411480" y="21488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11480" y="2423160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4"/>
          <p:cNvCxnSpPr/>
          <p:nvPr/>
        </p:nvCxnSpPr>
        <p:spPr>
          <a:xfrm>
            <a:off x="594360" y="2944368"/>
            <a:ext cx="210312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502920" y="30632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SPA con componentes por dominio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02920" y="3383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Riesgos · Problemas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02920" y="37033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Proyectos · Planes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200400" y="1143000"/>
            <a:ext cx="2651760" cy="34747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200400" y="1143000"/>
            <a:ext cx="265176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187952" y="1371600"/>
            <a:ext cx="676656" cy="676656"/>
          </a:xfrm>
          <a:prstGeom prst="ellipse">
            <a:avLst/>
          </a:prstGeom>
          <a:solidFill>
            <a:srgbClr val="0D9488">
              <a:alpha val="18039"/>
            </a:srgbClr>
          </a:solidFill>
          <a:ln cap="flat" cmpd="sng" w="12700">
            <a:solidFill>
              <a:srgbClr val="0D948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1688" y="154533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/>
          <p:nvPr/>
        </p:nvSpPr>
        <p:spPr>
          <a:xfrm>
            <a:off x="3291840" y="21488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Backend (Python)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3291840" y="2423160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4"/>
          <p:cNvCxnSpPr/>
          <p:nvPr/>
        </p:nvCxnSpPr>
        <p:spPr>
          <a:xfrm>
            <a:off x="3474720" y="2944368"/>
            <a:ext cx="210312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4"/>
          <p:cNvSpPr/>
          <p:nvPr/>
        </p:nvSpPr>
        <p:spPr>
          <a:xfrm>
            <a:off x="3383280" y="30632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API REST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383280" y="3383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Lógica de severidad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3383280" y="37033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Gestión de estados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383280" y="40233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Derivación riesgo→problema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6080760" y="1143000"/>
            <a:ext cx="2651760" cy="34747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080760" y="1143000"/>
            <a:ext cx="2651760" cy="73152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7068312" y="1371600"/>
            <a:ext cx="676656" cy="676656"/>
          </a:xfrm>
          <a:prstGeom prst="ellipse">
            <a:avLst/>
          </a:prstGeom>
          <a:solidFill>
            <a:srgbClr val="8B5CF6">
              <a:alpha val="18039"/>
            </a:srgbClr>
          </a:solidFill>
          <a:ln cap="flat" cmpd="sng" w="12700">
            <a:solidFill>
              <a:srgbClr val="8B5CF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5" name="Google Shape;14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42048" y="154533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4"/>
          <p:cNvSpPr/>
          <p:nvPr/>
        </p:nvSpPr>
        <p:spPr>
          <a:xfrm>
            <a:off x="6172200" y="21488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Persistencia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6172200" y="2423160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4"/>
          <p:cNvCxnSpPr/>
          <p:nvPr/>
        </p:nvCxnSpPr>
        <p:spPr>
          <a:xfrm>
            <a:off x="6355080" y="2944368"/>
            <a:ext cx="210312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4"/>
          <p:cNvSpPr/>
          <p:nvPr/>
        </p:nvSpPr>
        <p:spPr>
          <a:xfrm>
            <a:off x="6263640" y="30632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Modelo relacional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263640" y="3383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Historial de estados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263640" y="37033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Trazabilidad completa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Configuración .claude/ — parte del producto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8046720" y="0"/>
            <a:ext cx="731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274320" y="960120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274320" y="960120"/>
            <a:ext cx="64008" cy="10515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57200" y="1106424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CLAUDE.md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57200" y="146304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Folder map, convenciones del proyecto y contexto del dominio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274320" y="2194560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274320" y="2194560"/>
            <a:ext cx="64008" cy="10515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57200" y="2340864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rules/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57200" y="26974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 menos una rule path-scoped por capa (frontend, backend, db)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274320" y="3429000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274320" y="3429000"/>
            <a:ext cx="64008" cy="10515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57200" y="3575304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settings.json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457200" y="39319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Permissions allow / deny / ask configurados con intención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663440" y="960120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663440" y="960120"/>
            <a:ext cx="64008" cy="10515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846320" y="1106424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Skill + slash cmd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846320" y="146304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 menos una skill propia invocable desde la CLI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663440" y="2194560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663440" y="2194560"/>
            <a:ext cx="64008" cy="10515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846320" y="2340864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Sub-agente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4846320" y="26974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Definido si la complejidad del proyecto lo justifica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4663440" y="3429000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663440" y="3429000"/>
            <a:ext cx="64008" cy="10515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846320" y="3575304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Plan mode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846320" y="39319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Usado durante el desarrollo — vivencia, no entregable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65760" y="4114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Presentación final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8046720" y="411480"/>
            <a:ext cx="731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65760" y="1508760"/>
            <a:ext cx="502920" cy="502920"/>
          </a:xfrm>
          <a:prstGeom prst="ellipse">
            <a:avLst/>
          </a:prstGeom>
          <a:solidFill>
            <a:srgbClr val="3B82F6">
              <a:alpha val="80000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1051560" y="1490472"/>
            <a:ext cx="6858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general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051560" y="1819656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Estructura del repo, capas, módulos y responsabilidades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65760" y="2606040"/>
            <a:ext cx="502920" cy="502920"/>
          </a:xfrm>
          <a:prstGeom prst="ellipse">
            <a:avLst/>
          </a:prstGeom>
          <a:solidFill>
            <a:srgbClr val="8B5CF6">
              <a:alpha val="80000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051560" y="2587752"/>
            <a:ext cx="6858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Uso de Claude Code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1051560" y="2916936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Cada feature del .claude/, con qué intención y qué efecto tuvo durante el desarrollo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365760" y="3703320"/>
            <a:ext cx="502920" cy="502920"/>
          </a:xfrm>
          <a:prstGeom prst="ellipse">
            <a:avLst/>
          </a:prstGeom>
          <a:solidFill>
            <a:srgbClr val="0D9488">
              <a:alpha val="80000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365760" y="37033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1051560" y="3685032"/>
            <a:ext cx="6858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del flujo completo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1051560" y="4014216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Registro → clasificación → severidad → owner → mitigación → cierre o derivación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2026-05-23T18:42:06Z</dcterms:created>
  <dc:creator>PptxGenJS</dc:creator>
</cp:coreProperties>
</file>